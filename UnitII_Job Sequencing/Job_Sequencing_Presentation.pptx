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0F172A"/>
                </a:solidFill>
                <a:latin typeface="Arial"/>
              </a:defRPr>
            </a:pPr>
            <a:r>
              <a:t>Greedy Job Sequencing</a:t>
            </a:r>
            <a:br/>
            <a:r>
              <a:t>with Deadlines &amp; Profits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64748B"/>
                </a:solidFill>
                <a:latin typeface="Arial"/>
              </a:defRPr>
            </a:pPr>
            <a:r>
              <a:t>Roll Number: 24WH1A0530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CS ALGORITHMS</a:t>
            </a:r>
          </a:p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Problem Statement &amp; Key Definitions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493776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Job (J_i)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An independent task requiring 1 unit of execution time on a single resource.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35040" y="1645920"/>
            <a:ext cx="493776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Deadline (d_i)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The latest time slot by which a job must complete (1-indexed).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931920"/>
            <a:ext cx="493776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Profit (p_i)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The monetary reward earned strictly upon completing the job within its deadline.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35040" y="3931920"/>
            <a:ext cx="4937760" cy="19202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563EB"/>
                </a:solidFill>
              </a:defRPr>
            </a:pPr>
            <a:r>
              <a:t>Objective Goal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Maximize total profit by choosing a subset of jobs that execute without slot overlaps.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CS ALGORITHMS</a:t>
            </a:r>
          </a:p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The Greedy Decision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286000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1. Sort Jobs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Order all given jobs in descending order based on profit.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2286000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2. Select Job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Iterate from highest to lowest profit, evaluating each job.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2286000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3. Find Slot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Search for the latest available slot t ≤ deadline.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2286000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0F172A"/>
                </a:solidFill>
              </a:defRPr>
            </a:pPr>
            <a:r>
              <a:t>4. Schedule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Assign job to slot if available; skip if all slots t ≤ d are taken.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CS ALGORITHMS</a:t>
            </a:r>
          </a:p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Example Dataset &amp; Sorted Order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28800" y="1828800"/>
          <a:ext cx="853409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3523"/>
                <a:gridCol w="2133523"/>
                <a:gridCol w="2133523"/>
                <a:gridCol w="2133526"/>
              </a:tblGrid>
              <a:tr h="6096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Job Identifier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Deadline (d_i)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Profit (p_i)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Greedy Priority Order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J1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Rank 1 (Highest Profit)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J3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27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Rank 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J4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Rank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J2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Rank 4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J5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Rank 5 (Lowest Profit)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CS ALGORITHMS</a:t>
            </a:r>
          </a:p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Step-by-Step Scheduling Trace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10728655" cy="640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Initial State   ➔   </a:t>
            </a:r>
          </a:p>
          <a:p>
            <a:pPr>
              <a:defRPr sz="1200">
                <a:solidFill>
                  <a:srgbClr val="2563EB"/>
                </a:solidFill>
              </a:defRPr>
            </a:pPr>
            <a:r>
              <a:t>Timeline: [ __ ]  [ __ ]  [ __ ]    (Max Deadline = 3 slots)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377440"/>
            <a:ext cx="10728655" cy="640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Consider J1 (p=100, d=2)   ➔   </a:t>
            </a:r>
          </a:p>
          <a:p>
            <a:pPr>
              <a:defRPr sz="1200">
                <a:solidFill>
                  <a:srgbClr val="2563EB"/>
                </a:solidFill>
              </a:defRPr>
            </a:pPr>
            <a:r>
              <a:t>Timeline: [ __ ]  [ J1 ]  [ __ ]    (Assigned to latest open slot (Slot 2))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108960"/>
            <a:ext cx="10728655" cy="640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Consider J3 (p=27, d=2)   ➔   </a:t>
            </a:r>
          </a:p>
          <a:p>
            <a:pPr>
              <a:defRPr sz="1200">
                <a:solidFill>
                  <a:srgbClr val="2563EB"/>
                </a:solidFill>
              </a:defRPr>
            </a:pPr>
            <a:r>
              <a:t>Timeline: [ J3 ]  [ J1 ]  [ __ ]    (Slot 2 taken -&gt; Assigned to Slot 1)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840480"/>
            <a:ext cx="10728655" cy="640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Consider J4 (p=25, d=1)   ➔   </a:t>
            </a:r>
          </a:p>
          <a:p>
            <a:pPr>
              <a:defRPr sz="1200">
                <a:solidFill>
                  <a:srgbClr val="2563EB"/>
                </a:solidFill>
              </a:defRPr>
            </a:pPr>
            <a:r>
              <a:t>Timeline: [ J3 ]  [ J1 ]  [ __ ]    (Slot 1 taken -&gt; Cannot schedule)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572000"/>
            <a:ext cx="10728655" cy="640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Consider J2 (p=19, d=1)   ➔   </a:t>
            </a:r>
          </a:p>
          <a:p>
            <a:pPr>
              <a:defRPr sz="1200">
                <a:solidFill>
                  <a:srgbClr val="2563EB"/>
                </a:solidFill>
              </a:defRPr>
            </a:pPr>
            <a:r>
              <a:t>Timeline: [ J3 ]  [ J1 ]  [ __ ]    (Slot 1 taken -&gt; Cannot schedule)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5303520"/>
            <a:ext cx="10728655" cy="64008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0F172A"/>
                </a:solidFill>
              </a:defRPr>
            </a:pPr>
            <a:r>
              <a:t>Consider J5 (p=15, d=3)   ➔   </a:t>
            </a:r>
          </a:p>
          <a:p>
            <a:pPr>
              <a:defRPr sz="1200">
                <a:solidFill>
                  <a:srgbClr val="2563EB"/>
                </a:solidFill>
              </a:defRPr>
            </a:pPr>
            <a:r>
              <a:t>Timeline: [ J3 ]  [ J1 ]  [ J5 ]    (Assigned to Slot 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3504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F172A"/>
                </a:solidFill>
              </a:defRPr>
            </a:pPr>
            <a:r>
              <a:t>Scheduled Jobs: J3, J1, J5   |   Maximum Profit = 100 + 27 + 15 = 142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CS ALGORITHMS</a:t>
            </a:r>
          </a:p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Algorithm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926080"/>
            <a:ext cx="1371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563EB"/>
                </a:solidFill>
              </a:defRPr>
            </a:pPr>
            <a:r>
              <a:t>Start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Input Jobs(p, 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40280" y="2926080"/>
            <a:ext cx="1371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563EB"/>
                </a:solidFill>
              </a:defRPr>
            </a:pPr>
            <a:r>
              <a:t>Sort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Sort Jobs by Profit ↓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749039" y="2926080"/>
            <a:ext cx="1371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563EB"/>
                </a:solidFill>
              </a:defRPr>
            </a:pPr>
            <a:r>
              <a:t>Loop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For each Job J_i in Sorted 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799" y="2926080"/>
            <a:ext cx="1371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563EB"/>
                </a:solidFill>
              </a:defRPr>
            </a:pPr>
            <a:r>
              <a:t>Check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Find latest free slot t ≤ d_i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59" y="2926080"/>
            <a:ext cx="1371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563EB"/>
                </a:solidFill>
              </a:defRPr>
            </a:pPr>
            <a:r>
              <a:t>Decision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Is Slot Free?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75320" y="2926080"/>
            <a:ext cx="1371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563EB"/>
                </a:solidFill>
              </a:defRPr>
            </a:pPr>
            <a:r>
              <a:t>Assign / Skip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YES: Assign J_i to Slot</a:t>
            </a:r>
            <a:br/>
            <a:r>
              <a:t>NO: Skip Job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784080" y="2926080"/>
            <a:ext cx="137160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2563EB"/>
                </a:solidFill>
              </a:defRPr>
            </a:pPr>
            <a:r>
              <a:t>End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Return Scheduled Schedule &amp; Total Profit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563EB"/>
                </a:solidFill>
                <a:latin typeface="Arial"/>
              </a:defRPr>
            </a:pPr>
            <a:r>
              <a:t>CS ALGORITHMS</a:t>
            </a:r>
          </a:p>
          <a:p>
            <a:pPr>
              <a:defRPr sz="2600" b="1">
                <a:solidFill>
                  <a:srgbClr val="0F172A"/>
                </a:solidFill>
                <a:latin typeface="Arial"/>
              </a:defRPr>
            </a:pPr>
            <a:r>
              <a:t>Pseudocode &amp; Complexity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645920"/>
            <a:ext cx="5943600" cy="4572000"/>
          </a:xfrm>
          <a:prstGeom prst="rect">
            <a:avLst/>
          </a:prstGeom>
          <a:solidFill>
            <a:srgbClr val="0F172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1F5F9"/>
                </a:solidFill>
                <a:latin typeface="Courier New"/>
              </a:defRPr>
            </a:pPr>
            <a:r>
              <a:t>JobSequencing(Jobs, n):</a:t>
            </a:r>
            <a:br/>
            <a:r>
              <a:t>    Sort Jobs in decreasing order of Profit</a:t>
            </a:r>
            <a:br/>
            <a:r>
              <a:t>    max_d = max(d_i for all jobs)</a:t>
            </a:r>
            <a:br/>
            <a:r>
              <a:t>    slot = array of size (max_d + 1), initialized to FREE</a:t>
            </a:r>
            <a:br/>
            <a:r>
              <a:t>    </a:t>
            </a:r>
            <a:br/>
            <a:r>
              <a:t>    for i = 1 to n:</a:t>
            </a:r>
            <a:br/>
            <a:r>
              <a:t>        for j = min(max_d, Jobs[i].deadline) down to 1:</a:t>
            </a:r>
            <a:br/>
            <a:r>
              <a:t>            if slot[j] is FREE:</a:t>
            </a:r>
            <a:br/>
            <a:r>
              <a:t>                slot[j] = Jobs[i].id</a:t>
            </a:r>
            <a:br/>
            <a:r>
              <a:t>                total_profit += Jobs[i].profit</a:t>
            </a:r>
            <a:br/>
            <a:r>
              <a:t>                break</a:t>
            </a:r>
          </a:p>
        </p:txBody>
      </p:sp>
      <p:sp>
        <p:nvSpPr>
          <p:cNvPr id="4" name="Rectangle 3"/>
          <p:cNvSpPr/>
          <p:nvPr/>
        </p:nvSpPr>
        <p:spPr>
          <a:xfrm>
            <a:off x="6949440" y="1645920"/>
            <a:ext cx="4480560" cy="45720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0F172A"/>
                </a:solidFill>
              </a:defRPr>
            </a:pPr>
            <a:r>
              <a:t>Complexity Breakdown</a:t>
            </a:r>
            <a:br/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Time Complexity: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Sorting: O(n log n)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Slot Searching: O(n × d)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Overall Time: O(n log n + n × d)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• (Can be optimized to O(n log n) using Disjoint Set Union / DSU)</a:t>
            </a:r>
            <a:br/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Space Complexity: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• Slot Array: O(d) where d = max deadline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